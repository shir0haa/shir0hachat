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101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3546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5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ShirohaChat 功能演示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94360"/>
            <a:ext cx="11155680" cy="54864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ShirohaChat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0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功能演示 PPT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本次仅做功能演示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登录并进入聊天主界面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先连接服务器，再进入会话列表页面。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52628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/mnt/data/0aa58412-a78a-472b-914d-e84056972c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47206"/>
            <a:ext cx="4379976" cy="2986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4864608"/>
            <a:ext cx="430682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</a:t>
            </a:r>
            <a:endParaRPr lang="en-US" sz="870" dirty="0"/>
          </a:p>
        </p:txBody>
      </p:sp>
      <p:sp>
        <p:nvSpPr>
          <p:cNvPr id="7" name="Shape 4"/>
          <p:cNvSpPr/>
          <p:nvPr/>
        </p:nvSpPr>
        <p:spPr>
          <a:xfrm>
            <a:off x="5257800" y="1234440"/>
            <a:ext cx="635508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/mnt/data/49c58ed3-c0ec-4565-982a-f7f3c501e2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918" y="1307592"/>
            <a:ext cx="5082845" cy="34655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67528" y="4864608"/>
            <a:ext cx="613562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主界面与 “+” 菜单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添加好友与处理好友申请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演示从发起好友请求到对方同意的完整闭环。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98348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/mnt/data/981fa64d-5fd2-4aef-a46d-9c45870df7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04530"/>
            <a:ext cx="4837176" cy="31174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4910328"/>
            <a:ext cx="476402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发起好友申请</a:t>
            </a:r>
            <a:endParaRPr lang="en-US" sz="870" dirty="0"/>
          </a:p>
        </p:txBody>
      </p:sp>
      <p:sp>
        <p:nvSpPr>
          <p:cNvPr id="7" name="Shape 4"/>
          <p:cNvSpPr/>
          <p:nvPr/>
        </p:nvSpPr>
        <p:spPr>
          <a:xfrm>
            <a:off x="5715000" y="1234440"/>
            <a:ext cx="544068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/mnt/data/fafe1c10-c1bc-4c38-b484-ca3b8bf68f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2" y="1357274"/>
            <a:ext cx="5294376" cy="341193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24728" y="4910328"/>
            <a:ext cx="522122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接收并处理好友申请</a:t>
            </a:r>
            <a:endParaRPr lang="en-US" sz="8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单聊消息收发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好友建立后即可进行一对一聊天，消息会实时同步到双方窗口。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5568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/mnt/data/7da25921-02c2-4875-8064-a1413090ff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643" y="1307592"/>
            <a:ext cx="8558234" cy="35570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" y="4956048"/>
            <a:ext cx="1093622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双方单聊窗口：发送后可在另一端立即看到新消息</a:t>
            </a:r>
            <a:endParaRPr lang="en-US" sz="8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创建群聊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可一次性输入多个成员 ID，完成群聊初始化。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572000" cy="3822192"/>
          </a:xfrm>
          <a:prstGeom prst="roundRect">
            <a:avLst>
              <a:gd name="adj" fmla="val 191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/mnt/data/4cff7a0f-5c74-4e41-869b-742dff2456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358408"/>
            <a:ext cx="4425696" cy="33913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4892040"/>
            <a:ext cx="435254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创建群聊弹窗</a:t>
            </a:r>
            <a:endParaRPr lang="en-US" sz="870" dirty="0"/>
          </a:p>
        </p:txBody>
      </p:sp>
      <p:sp>
        <p:nvSpPr>
          <p:cNvPr id="7" name="Shape 4"/>
          <p:cNvSpPr/>
          <p:nvPr/>
        </p:nvSpPr>
        <p:spPr>
          <a:xfrm>
            <a:off x="5349240" y="1234440"/>
            <a:ext cx="6172200" cy="3822192"/>
          </a:xfrm>
          <a:prstGeom prst="roundRect">
            <a:avLst>
              <a:gd name="adj" fmla="val 191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/mnt/data/97301fa8-aaf0-40ba-8bd6-e4f1b82fb6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790" y="1307592"/>
            <a:ext cx="5685101" cy="3493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58968" y="4892040"/>
            <a:ext cx="595274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群聊创建成功后，会同时出现在成员会话列表中</a:t>
            </a:r>
            <a:endParaRPr lang="en-US" sz="8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群聊消息同步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群成员发送的消息会广播到其他成员，界面会显示发送者身份。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556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/mnt/data/9320c9e4-7bdc-4999-93bc-14b09c539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545" y="1307592"/>
            <a:ext cx="6362430" cy="3648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" y="5047488"/>
            <a:ext cx="1093622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三端群聊窗口：成员发送的消息实时同步给其他群成员</a:t>
            </a:r>
            <a:endParaRPr lang="en-US" sz="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</Words>
  <Application>Microsoft Office PowerPoint</Application>
  <PresentationFormat>宽屏</PresentationFormat>
  <Paragraphs>27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ShirohaChat 功能演示</dc:title>
  <dc:subject>ShirohaChat 功能演示</dc:subject>
  <dc:creator>OpenAI</dc:creator>
  <cp:lastModifiedBy>柏霖 封</cp:lastModifiedBy>
  <cp:revision>2</cp:revision>
  <dcterms:created xsi:type="dcterms:W3CDTF">2026-03-14T16:48:16Z</dcterms:created>
  <dcterms:modified xsi:type="dcterms:W3CDTF">2026-03-14T16:51:55Z</dcterms:modified>
</cp:coreProperties>
</file>